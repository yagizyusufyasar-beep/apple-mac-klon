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embeddedFontLst>
    <p:embeddedFont>
      <p:font typeface="Barlow Condensed Bold"/>
      <p:regular r:id="rId201314"/>
    </p:embeddedFont>
    <p:embeddedFont>
      <p:font typeface="Barlow Condensed ExtraBold"/>
      <p:regular r:id="rId201315"/>
    </p:embeddedFont>
    <p:embeddedFont>
      <p:font typeface="Source Serif 4"/>
      <p:regular r:id="rId201316"/>
    </p:embeddedFont>
    <p:embeddedFont>
      <p:font typeface="Source Serif 4 SemiBold"/>
      <p:regular r:id="rId201317"/>
    </p:embeddedFont>
    <p:embeddedFont>
      <p:font typeface="Source Serif 4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8571" cy="6858000"/>
          </a:xfrm>
          <a:prstGeom prst="rect">
            <a:avLst/>
          </a:prstGeom>
          <a:solidFill>
            <a:srgbClr val="E3F3F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3345656"/>
            <a:ext cx="3901382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94" kern="100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6. SINIF SOSYAL BİLGİLER PROJESİ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120452" y="2258120"/>
            <a:ext cx="6614054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12303B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Salgın Hastalıklar ve Çözüm Önerileri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120452" y="3779044"/>
            <a:ext cx="3306977" cy="31651"/>
          </a:xfrm>
          <a:prstGeom prst="roundRect">
            <a:avLst>
              <a:gd name="adj" fmla="val 49998"/>
            </a:avLst>
          </a:prstGeom>
          <a:solidFill>
            <a:srgbClr val="0A7C86"/>
          </a:solidFill>
          <a:ln/>
        </p:spPr>
      </p:sp>
      <p:sp>
        <p:nvSpPr>
          <p:cNvPr id="6" name="Text 4"/>
          <p:cNvSpPr/>
          <p:nvPr/>
        </p:nvSpPr>
        <p:spPr>
          <a:xfrm>
            <a:off x="5120452" y="4028281"/>
            <a:ext cx="66140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Salgın hastalıkları tanıyalım, korunma yollarını öğrenelim ve teknolojinin çözümdeki rolünü keşfedelim.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8571" cy="6858000"/>
          </a:xfrm>
          <a:prstGeom prst="rect">
            <a:avLst/>
          </a:prstGeom>
          <a:solidFill>
            <a:srgbClr val="E3F3F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2108299"/>
            <a:ext cx="3444194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16" kern="100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Salgın Hastalıklar Nedir?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3199110"/>
            <a:ext cx="344419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Salgın hastalıklar, bir hastalığın kısa sürede çok sayıda kişiye yayılmasıdır.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189" y="3989685"/>
            <a:ext cx="3444094" cy="19050"/>
          </a:xfrm>
          <a:prstGeom prst="roundRect">
            <a:avLst>
              <a:gd name="adj" fmla="val 49999"/>
            </a:avLst>
          </a:prstGeom>
          <a:solidFill>
            <a:srgbClr val="0A7C86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4386560"/>
            <a:ext cx="344419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spc="13" kern="100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10 Önlem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20452" y="542925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8" name="Text 6"/>
          <p:cNvSpPr/>
          <p:nvPr/>
        </p:nvSpPr>
        <p:spPr>
          <a:xfrm>
            <a:off x="5214906" y="600075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14143" y="561975"/>
            <a:ext cx="291328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Elleri düzenli yıkamak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84618" y="542925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11" name="Text 9"/>
          <p:cNvSpPr/>
          <p:nvPr/>
        </p:nvSpPr>
        <p:spPr>
          <a:xfrm>
            <a:off x="8979072" y="600075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78309" y="561975"/>
            <a:ext cx="29133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Gerektiğinde maske kullanmak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452" y="1736725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5214906" y="1793875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14143" y="1755775"/>
            <a:ext cx="291328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Aşı olmak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84618" y="1736725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8979072" y="1793875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78309" y="1755775"/>
            <a:ext cx="29133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Öksürürken ağzı kapatmak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452" y="2930525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5214906" y="2987675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14143" y="2949575"/>
            <a:ext cx="245609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Hastayken dinlenmek ve mümkün olduğunca başkalarından uzak durmak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84618" y="3044825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8979072" y="3101975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78309" y="3063875"/>
            <a:ext cx="245619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Kapalı ortamları havalandırmak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452" y="4606925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5214906" y="4664075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14143" y="4625975"/>
            <a:ext cx="291328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Kişisel eşyaları paylaşmamak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884618" y="4606925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29" name="Text 27"/>
          <p:cNvSpPr/>
          <p:nvPr/>
        </p:nvSpPr>
        <p:spPr>
          <a:xfrm>
            <a:off x="8979072" y="4664075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78309" y="4625975"/>
            <a:ext cx="29133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Ortak alanları temiz tutmak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120452" y="5800725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32" name="Text 30"/>
          <p:cNvSpPr/>
          <p:nvPr/>
        </p:nvSpPr>
        <p:spPr>
          <a:xfrm>
            <a:off x="5214906" y="5857875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14143" y="5819775"/>
            <a:ext cx="24560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Dengeli beslenmek ve yeterince uyumak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884618" y="5915025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35" name="Text 33"/>
          <p:cNvSpPr/>
          <p:nvPr/>
        </p:nvSpPr>
        <p:spPr>
          <a:xfrm>
            <a:off x="8933929" y="5972175"/>
            <a:ext cx="79025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78309" y="5934075"/>
            <a:ext cx="29133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Sağlık uyarılarını takip etmek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21080" y="85725"/>
            <a:ext cx="12700" cy="11938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3264" y="1273175"/>
            <a:ext cx="3764166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39" name="Shape 37"/>
          <p:cNvSpPr/>
          <p:nvPr/>
        </p:nvSpPr>
        <p:spPr>
          <a:xfrm>
            <a:off x="8421080" y="1279525"/>
            <a:ext cx="12700" cy="11938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0" name="Shape 38"/>
          <p:cNvSpPr/>
          <p:nvPr/>
        </p:nvSpPr>
        <p:spPr>
          <a:xfrm>
            <a:off x="8427430" y="1273175"/>
            <a:ext cx="3764265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264" y="2466975"/>
            <a:ext cx="3764166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2" name="Shape 40"/>
          <p:cNvSpPr/>
          <p:nvPr/>
        </p:nvSpPr>
        <p:spPr>
          <a:xfrm>
            <a:off x="8421080" y="2473325"/>
            <a:ext cx="12700" cy="16764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3" name="Shape 41"/>
          <p:cNvSpPr/>
          <p:nvPr/>
        </p:nvSpPr>
        <p:spPr>
          <a:xfrm>
            <a:off x="8427430" y="2466975"/>
            <a:ext cx="3764265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4" name="Shape 42"/>
          <p:cNvSpPr/>
          <p:nvPr/>
        </p:nvSpPr>
        <p:spPr>
          <a:xfrm>
            <a:off x="4663264" y="4143375"/>
            <a:ext cx="3764166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5" name="Shape 43"/>
          <p:cNvSpPr/>
          <p:nvPr/>
        </p:nvSpPr>
        <p:spPr>
          <a:xfrm>
            <a:off x="8421080" y="4149725"/>
            <a:ext cx="12700" cy="11938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6" name="Shape 44"/>
          <p:cNvSpPr/>
          <p:nvPr/>
        </p:nvSpPr>
        <p:spPr>
          <a:xfrm>
            <a:off x="8427430" y="4143375"/>
            <a:ext cx="3764265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3264" y="5337175"/>
            <a:ext cx="3764166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8" name="Shape 46"/>
          <p:cNvSpPr/>
          <p:nvPr/>
        </p:nvSpPr>
        <p:spPr>
          <a:xfrm>
            <a:off x="8421080" y="5343525"/>
            <a:ext cx="12700" cy="142875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9" name="Shape 47"/>
          <p:cNvSpPr/>
          <p:nvPr/>
        </p:nvSpPr>
        <p:spPr>
          <a:xfrm>
            <a:off x="8427430" y="5337175"/>
            <a:ext cx="3764265" cy="12700"/>
          </a:xfrm>
          <a:prstGeom prst="rect">
            <a:avLst/>
          </a:prstGeom>
          <a:solidFill>
            <a:srgbClr val="B9D6D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8571" cy="6203950"/>
          </a:xfrm>
          <a:prstGeom prst="rect">
            <a:avLst/>
          </a:prstGeom>
          <a:solidFill>
            <a:srgbClr val="E3F3F2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2384524"/>
            <a:ext cx="3444194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spc="16" kern="100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Teknolojiyle Mücadele ve Geleceğe Bakış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3456285"/>
            <a:ext cx="344419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spc="13" kern="100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10 Teknolojik Çözüm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120452" y="457200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6" name="Text 4"/>
          <p:cNvSpPr/>
          <p:nvPr/>
        </p:nvSpPr>
        <p:spPr>
          <a:xfrm>
            <a:off x="5214906" y="514350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14143" y="476250"/>
            <a:ext cx="24560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Yapay zekâ ile salgınları erken fark etmek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84618" y="571500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9" name="Text 7"/>
          <p:cNvSpPr/>
          <p:nvPr/>
        </p:nvSpPr>
        <p:spPr>
          <a:xfrm>
            <a:off x="8979072" y="628650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278309" y="590550"/>
            <a:ext cx="29133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Salgın takip uygulamaları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452" y="1885950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5214906" y="1943100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14143" y="1905000"/>
            <a:ext cx="291328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Hızlı tanı cihazları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84618" y="1885950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979072" y="1943100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78309" y="1905000"/>
            <a:ext cx="29133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Akıllı havalandırma sistemleri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20452" y="3079750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5214906" y="3136900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14143" y="3098800"/>
            <a:ext cx="291328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Akıllı sağlık sensörleri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84618" y="3079750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8979072" y="3136900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78309" y="3098800"/>
            <a:ext cx="29133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Hastane robotları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20452" y="4273550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5214906" y="4330700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14143" y="4292600"/>
            <a:ext cx="291328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Uzaktan doktor görüşmeleri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84618" y="4273550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8979072" y="4330700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78309" y="4292600"/>
            <a:ext cx="29133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Büyük veri analizi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120452" y="5467350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30" name="Text 28"/>
          <p:cNvSpPr/>
          <p:nvPr/>
        </p:nvSpPr>
        <p:spPr>
          <a:xfrm>
            <a:off x="5214906" y="5524500"/>
            <a:ext cx="69997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14143" y="5486400"/>
            <a:ext cx="291328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Yeni nesil aşı teknolojileri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884618" y="5467350"/>
            <a:ext cx="279393" cy="279400"/>
          </a:xfrm>
          <a:prstGeom prst="ellipse">
            <a:avLst/>
          </a:prstGeom>
          <a:solidFill>
            <a:srgbClr val="0A7C86"/>
          </a:solidFill>
          <a:ln/>
        </p:spPr>
      </p:sp>
      <p:sp>
        <p:nvSpPr>
          <p:cNvPr id="33" name="Text 31"/>
          <p:cNvSpPr/>
          <p:nvPr/>
        </p:nvSpPr>
        <p:spPr>
          <a:xfrm>
            <a:off x="8933929" y="5524500"/>
            <a:ext cx="79025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78309" y="5486400"/>
            <a:ext cx="291338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303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Akıllı şehir salgın sistemi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189" y="6965950"/>
            <a:ext cx="5486263" cy="1658541"/>
          </a:xfrm>
          <a:prstGeom prst="rect">
            <a:avLst/>
          </a:prstGeom>
          <a:solidFill>
            <a:srgbClr val="E3F3F2"/>
          </a:solidFill>
          <a:ln/>
        </p:spPr>
      </p:sp>
      <p:sp>
        <p:nvSpPr>
          <p:cNvPr id="36" name="Text 34"/>
          <p:cNvSpPr/>
          <p:nvPr/>
        </p:nvSpPr>
        <p:spPr>
          <a:xfrm>
            <a:off x="660383" y="7143750"/>
            <a:ext cx="507987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spc="13" kern="100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Geleceğe Bakış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60383" y="7703741"/>
            <a:ext cx="507987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Gelecekte yapay zekâ, sensörler ve büyük veri sayesinde salgınlar daha erken fark edilebilir. Böylece hastalık yayılmadan önce önlem alınabilir.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48244" y="6965950"/>
            <a:ext cx="5486263" cy="1658541"/>
          </a:xfrm>
          <a:prstGeom prst="rect">
            <a:avLst/>
          </a:prstGeom>
          <a:solidFill>
            <a:srgbClr val="F6C445"/>
          </a:solidFill>
          <a:ln/>
        </p:spPr>
      </p:sp>
      <p:sp>
        <p:nvSpPr>
          <p:cNvPr id="39" name="Text 37"/>
          <p:cNvSpPr/>
          <p:nvPr/>
        </p:nvSpPr>
        <p:spPr>
          <a:xfrm>
            <a:off x="6451439" y="7143750"/>
            <a:ext cx="507987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600" b="1" spc="13" kern="100" dirty="0">
                <a:solidFill>
                  <a:srgbClr val="000000"/>
                </a:solidFill>
                <a:latin typeface="Barlow Condensed Bold" pitchFamily="34" charset="0"/>
                <a:ea typeface="Barlow Condensed Bold" pitchFamily="34" charset="-122"/>
                <a:cs typeface="Barlow Condensed Bold" pitchFamily="34" charset="-120"/>
              </a:rPr>
              <a:t>Sonuç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451439" y="7703741"/>
            <a:ext cx="507987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Amacımız salgınları sadece tedavi etmek değil, onları erkenden fark ederek yayılmalarını önlemektir.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189" y="8751491"/>
            <a:ext cx="11277318" cy="886420"/>
          </a:xfrm>
          <a:prstGeom prst="rect">
            <a:avLst/>
          </a:prstGeom>
          <a:solidFill>
            <a:srgbClr val="0A7C86"/>
          </a:solidFill>
          <a:ln/>
        </p:spPr>
      </p:sp>
      <p:sp>
        <p:nvSpPr>
          <p:cNvPr id="42" name="Text 40"/>
          <p:cNvSpPr/>
          <p:nvPr/>
        </p:nvSpPr>
        <p:spPr>
          <a:xfrm>
            <a:off x="685783" y="8954691"/>
            <a:ext cx="10820129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Teknoloji + Bilinçli Toplum = Daha Güvenli Gelecek</a:t>
            </a:r>
            <a:endParaRPr lang="en-US" sz="3600" dirty="0"/>
          </a:p>
        </p:txBody>
      </p:sp>
      <p:sp>
        <p:nvSpPr>
          <p:cNvPr id="43" name="Shape 41"/>
          <p:cNvSpPr/>
          <p:nvPr/>
        </p:nvSpPr>
        <p:spPr>
          <a:xfrm>
            <a:off x="8421080" y="0"/>
            <a:ext cx="12700" cy="142875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4" name="Shape 42"/>
          <p:cNvSpPr/>
          <p:nvPr/>
        </p:nvSpPr>
        <p:spPr>
          <a:xfrm>
            <a:off x="4663264" y="1422400"/>
            <a:ext cx="3764166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5" name="Shape 43"/>
          <p:cNvSpPr/>
          <p:nvPr/>
        </p:nvSpPr>
        <p:spPr>
          <a:xfrm>
            <a:off x="8421080" y="1428750"/>
            <a:ext cx="12700" cy="11938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6" name="Shape 44"/>
          <p:cNvSpPr/>
          <p:nvPr/>
        </p:nvSpPr>
        <p:spPr>
          <a:xfrm>
            <a:off x="8427430" y="1422400"/>
            <a:ext cx="3764265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3264" y="2616200"/>
            <a:ext cx="3764166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8" name="Shape 46"/>
          <p:cNvSpPr/>
          <p:nvPr/>
        </p:nvSpPr>
        <p:spPr>
          <a:xfrm>
            <a:off x="8421080" y="2622550"/>
            <a:ext cx="12700" cy="11938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49" name="Shape 47"/>
          <p:cNvSpPr/>
          <p:nvPr/>
        </p:nvSpPr>
        <p:spPr>
          <a:xfrm>
            <a:off x="8427430" y="2616200"/>
            <a:ext cx="3764265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50" name="Shape 48"/>
          <p:cNvSpPr/>
          <p:nvPr/>
        </p:nvSpPr>
        <p:spPr>
          <a:xfrm>
            <a:off x="4663264" y="3810000"/>
            <a:ext cx="3764166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51" name="Shape 49"/>
          <p:cNvSpPr/>
          <p:nvPr/>
        </p:nvSpPr>
        <p:spPr>
          <a:xfrm>
            <a:off x="8421080" y="3816350"/>
            <a:ext cx="12700" cy="11938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52" name="Shape 50"/>
          <p:cNvSpPr/>
          <p:nvPr/>
        </p:nvSpPr>
        <p:spPr>
          <a:xfrm>
            <a:off x="8427430" y="3810000"/>
            <a:ext cx="3764265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53" name="Shape 51"/>
          <p:cNvSpPr/>
          <p:nvPr/>
        </p:nvSpPr>
        <p:spPr>
          <a:xfrm>
            <a:off x="4663264" y="5003800"/>
            <a:ext cx="3764166" cy="127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54" name="Shape 52"/>
          <p:cNvSpPr/>
          <p:nvPr/>
        </p:nvSpPr>
        <p:spPr>
          <a:xfrm>
            <a:off x="8421080" y="5010150"/>
            <a:ext cx="12700" cy="1193800"/>
          </a:xfrm>
          <a:prstGeom prst="rect">
            <a:avLst/>
          </a:prstGeom>
          <a:solidFill>
            <a:srgbClr val="B9D6D8"/>
          </a:solidFill>
          <a:ln/>
        </p:spPr>
      </p:sp>
      <p:sp>
        <p:nvSpPr>
          <p:cNvPr id="55" name="Shape 53"/>
          <p:cNvSpPr/>
          <p:nvPr/>
        </p:nvSpPr>
        <p:spPr>
          <a:xfrm>
            <a:off x="8427430" y="5003800"/>
            <a:ext cx="3764265" cy="12700"/>
          </a:xfrm>
          <a:prstGeom prst="rect">
            <a:avLst/>
          </a:prstGeom>
          <a:solidFill>
            <a:srgbClr val="B9D6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2026-10-06T19:52:22Z</dcterms:created>
  <dcterms:modified xsi:type="dcterms:W3CDTF">2026-10-06T19:52:22Z</dcterms:modified>
</cp:coreProperties>
</file>